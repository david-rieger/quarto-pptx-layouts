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05" d="100"/>
          <a:sy n="105" d="100"/>
        </p:scale>
        <p:origin x="730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54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02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90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586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04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372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68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026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65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has no title and only contains speaker notes. This triggers the </a:t>
            </a:r>
            <a:r>
              <a:rPr b="1"/>
              <a:t>Blank</a:t>
            </a:r>
            <a:r>
              <a:t> layout since there is no visible slide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028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617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2632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760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7708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8704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2596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087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5738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286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213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582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519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218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373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06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18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03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2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002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2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765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9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9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70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871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900"/>
            </a:lvl3pPr>
            <a:lvl4pPr>
              <a:defRPr sz="750"/>
            </a:lvl4pPr>
            <a:lvl5pPr>
              <a:defRPr sz="7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500"/>
            </a:lvl1pPr>
            <a:lvl2pPr>
              <a:defRPr sz="1200"/>
            </a:lvl2pPr>
            <a:lvl3pPr>
              <a:defRPr sz="900"/>
            </a:lvl3pPr>
            <a:lvl4pPr>
              <a:defRPr sz="750"/>
            </a:lvl4pPr>
            <a:lvl5pPr>
              <a:defRPr sz="7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1948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800"/>
            </a:lvl1pPr>
            <a:lvl2pPr>
              <a:defRPr sz="8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58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200"/>
            </a:lvl1pPr>
            <a:lvl2pPr>
              <a:defRPr sz="9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200"/>
            </a:lvl1pPr>
            <a:lvl2pPr>
              <a:defRPr sz="9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5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200"/>
            </a:lvl1pPr>
            <a:lvl2pPr>
              <a:defRPr sz="900"/>
            </a:lvl2pPr>
            <a:lvl3pPr>
              <a:defRPr sz="750"/>
            </a:lvl3pPr>
            <a:lvl4pPr>
              <a:defRPr sz="600"/>
            </a:lvl4pPr>
            <a:lvl5pPr>
              <a:defRPr sz="6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200"/>
            </a:lvl1pPr>
            <a:lvl2pPr>
              <a:defRPr sz="900"/>
            </a:lvl2pPr>
            <a:lvl3pPr>
              <a:defRPr sz="750"/>
            </a:lvl3pPr>
            <a:lvl4pPr>
              <a:defRPr sz="600"/>
            </a:lvl4pPr>
            <a:lvl5pPr>
              <a:defRPr sz="6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852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200"/>
            </a:lvl1pPr>
            <a:lvl2pPr>
              <a:defRPr sz="9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8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415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900"/>
            </a:lvl4pPr>
            <a:lvl5pPr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8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627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900"/>
            </a:lvl4pPr>
            <a:lvl5pPr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4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45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497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9014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3707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mall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/>
            </a:lvl1pPr>
            <a:lvl2pPr>
              <a:defRPr sz="9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0295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mal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416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61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4" r:id="rId3"/>
    <p:sldLayoutId id="2147483657" r:id="rId4"/>
    <p:sldLayoutId id="2147483651" r:id="rId5"/>
    <p:sldLayoutId id="2147483667" r:id="rId6"/>
    <p:sldLayoutId id="2147483666" r:id="rId7"/>
    <p:sldLayoutId id="2147483658" r:id="rId8"/>
    <p:sldLayoutId id="2147483652" r:id="rId9"/>
    <p:sldLayoutId id="2147483669" r:id="rId10"/>
    <p:sldLayoutId id="2147483668" r:id="rId11"/>
    <p:sldLayoutId id="2147483659" r:id="rId12"/>
    <p:sldLayoutId id="2147483653" r:id="rId13"/>
    <p:sldLayoutId id="2147483671" r:id="rId14"/>
    <p:sldLayoutId id="2147483670" r:id="rId15"/>
    <p:sldLayoutId id="2147483660" r:id="rId16"/>
    <p:sldLayoutId id="2147483656" r:id="rId17"/>
    <p:sldLayoutId id="2147483673" r:id="rId18"/>
    <p:sldLayoutId id="2147483672" r:id="rId19"/>
    <p:sldLayoutId id="2147483661" r:id="rId20"/>
    <p:sldLayoutId id="2147483655" r:id="rId21"/>
    <p:sldLayoutId id="2147483675" r:id="rId22"/>
    <p:sldLayoutId id="2147483674" r:id="rId23"/>
    <p:sldLayoutId id="2147483662" r:id="rId24"/>
    <p:sldLayoutId id="2147483650" r:id="rId25"/>
    <p:sldLayoutId id="2147483677" r:id="rId26"/>
    <p:sldLayoutId id="2147483676" r:id="rId27"/>
    <p:sldLayoutId id="2147483663" r:id="rId28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Pandoc Layouts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Testing all 7 PowerPoint Slide Layouts</a:t>
            </a:r>
            <a:br/>
            <a:br/>
            <a:r>
              <a:t>Antigravity &amp; David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June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Section Header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is a Level 1 header (</a:t>
            </a:r>
            <a:r>
              <a:rPr>
                <a:latin typeface="Courier"/>
              </a:rPr>
              <a:t>#</a:t>
            </a:r>
            <a:r>
              <a:t>), which is above the slide-level of 2 (</a:t>
            </a:r>
            <a:r>
              <a:rPr>
                <a:latin typeface="Courier"/>
              </a:rPr>
              <a:t>##</a:t>
            </a:r>
            <a:r>
              <a:t>). Pandoc uses the </a:t>
            </a:r>
            <a:r>
              <a:rPr b="1"/>
              <a:t>Section Header</a:t>
            </a:r>
            <a:r>
              <a:t> layout for this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Title and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triggers the </a:t>
            </a:r>
            <a:r>
              <a:rPr b="1"/>
              <a:t>Title and Content</a:t>
            </a:r>
            <a:r>
              <a:t> layout. It is a standard slide containing only text and lists, and does not match the criteria for any other layout.</a:t>
            </a:r>
          </a:p>
          <a:p>
            <a:pPr lvl="0"/>
            <a:r>
              <a:t>Standard slide title (</a:t>
            </a:r>
            <a:r>
              <a:rPr>
                <a:latin typeface="Courier"/>
              </a:rPr>
              <a:t>##</a:t>
            </a:r>
            <a:r>
              <a:t>)</a:t>
            </a:r>
          </a:p>
          <a:p>
            <a:pPr lvl="0"/>
            <a:r>
              <a:t>Standard bullet points:</a:t>
            </a:r>
          </a:p>
          <a:p>
            <a:pPr lvl="1"/>
            <a:r>
              <a:t>Bullet point A</a:t>
            </a:r>
          </a:p>
          <a:p>
            <a:pPr lvl="1"/>
            <a:r>
              <a:t>Bullet point B</a:t>
            </a:r>
          </a:p>
          <a:p>
            <a:pPr lvl="1"/>
            <a:r>
              <a:t>Bullet point 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Two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triggers the </a:t>
            </a:r>
            <a:r>
              <a:rPr b="1"/>
              <a:t>Two Content</a:t>
            </a:r>
            <a:r>
              <a:t> layout. It has two columns, and neither column contains text followed by non-text.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Left Column</a:t>
            </a:r>
          </a:p>
          <a:p>
            <a:pPr marL="0" lvl="0" indent="0">
              <a:buNone/>
            </a:pPr>
            <a:r>
              <a:t>This is the left column containing only text.</a:t>
            </a:r>
          </a:p>
          <a:p>
            <a:pPr lvl="0"/>
            <a:r>
              <a:t>Bullet 1</a:t>
            </a:r>
          </a:p>
          <a:p>
            <a:pPr lvl="0"/>
            <a:r>
              <a:t>Bullet 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Right Column</a:t>
            </a:r>
          </a:p>
          <a:p>
            <a:pPr marL="0" lvl="0" indent="0">
              <a:buNone/>
            </a:pPr>
            <a:r>
              <a:t>This is the right column also containing only text.</a:t>
            </a:r>
          </a:p>
          <a:p>
            <a:pPr lvl="0"/>
            <a:r>
              <a:t>Bullet 3</a:t>
            </a:r>
          </a:p>
          <a:p>
            <a:pPr lvl="0"/>
            <a:r>
              <a:t>Bullet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Comparison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triggers the </a:t>
            </a:r>
            <a:r>
              <a:rPr b="1"/>
              <a:t>Comparison</a:t>
            </a:r>
            <a:r>
              <a:t> layout. It is a two-column slide where the left column contains text followed by an image (non-text).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Here is some text in the left column.</a:t>
            </a:r>
          </a:p>
        </p:txBody>
      </p:sp>
      <p:pic>
        <p:nvPicPr>
          <p:cNvPr id="2" name="Picture 1" descr="test_imag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90600" y="1625600"/>
            <a:ext cx="29591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>
              <a:buNone/>
            </a:pPr>
            <a:r>
              <a:t>Here is the right column content.</a:t>
            </a:r>
          </a:p>
          <a:p>
            <a:pPr lvl="0"/>
            <a:r>
              <a:t>Bullet A</a:t>
            </a:r>
          </a:p>
          <a:p>
            <a:pPr lvl="0"/>
            <a:r>
              <a:t>Bullet 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Content with Caption Layout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triggers the </a:t>
            </a:r>
            <a:r>
              <a:rPr b="1"/>
              <a:t>Content with Caption</a:t>
            </a:r>
            <a:r>
              <a:t> layout because it is a single-column slide containing text followed by an image.</a:t>
            </a:r>
          </a:p>
          <a:p>
            <a:pPr marL="0" lvl="0" indent="0">
              <a:buNone/>
            </a:pPr>
            <a:r>
              <a:t>Here is the caption text explaining the image below:</a:t>
            </a:r>
          </a:p>
        </p:txBody>
      </p:sp>
      <p:pic>
        <p:nvPicPr>
          <p:cNvPr id="3" name="Picture 1" descr="test_imag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937000" y="203200"/>
            <a:ext cx="4381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 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Section Header mit minimalem Text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Ein einzelner kurzer Satz unter der Überschrift.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Section Header ohne Text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Minimal Two Content (mit kurzem Satz oben)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Ein kurzer Satz oben auf dieser Folie.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Text links.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Text rechts.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Minimal Two Content (ohne Satz oben)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Nur Text links.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Nur Text rechts.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Minimal Comparison (mit kurzem Satz oben)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Ein kurzer Satz oben auf dieser Folie.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Text links.</a:t>
            </a:r>
          </a:p>
        </p:txBody>
      </p:sp>
      <p:pic>
        <p:nvPicPr>
          <p:cNvPr id="2" name="Picture 1" descr="test_imag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90600" y="1625600"/>
            <a:ext cx="29591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>
              <a:buNone/>
            </a:pPr>
            <a:r>
              <a:t>Text rechts.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Minimal Comparison (ohne Satz oben)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Text links.</a:t>
            </a:r>
          </a:p>
        </p:txBody>
      </p:sp>
      <p:pic>
        <p:nvPicPr>
          <p:cNvPr id="4" name="Picture 1" descr="test_imag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990600" y="1625600"/>
            <a:ext cx="2959100" cy="295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>
              <a:buNone/>
            </a:pPr>
            <a:r>
              <a:t>Text rechts.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Script Test: Section Header Small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D1206-110D-F207-EC8E-BCE44368D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Script Test: Title and Content Normal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is a normal slide with standard font sizes.</a:t>
            </a:r>
          </a:p>
          <a:p>
            <a:pPr lvl="0"/>
            <a:r>
              <a:t>Point 1</a:t>
            </a:r>
          </a:p>
          <a:p>
            <a:pPr lvl="0"/>
            <a:r>
              <a:t>Point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Script Test: Title and Content Small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slide should have smaller font sizes, mapped by the python script.</a:t>
            </a:r>
          </a:p>
          <a:p>
            <a:pPr lvl="0"/>
            <a:r>
              <a:t>Point 1</a:t>
            </a:r>
          </a:p>
          <a:p>
            <a:pPr lvl="0"/>
            <a:r>
              <a:t>Point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Script Test: Two Content Normal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Normal Text Left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Normal Text Right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Script Test: Two Content Small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Smaller Text Left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Smaller Text Right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Lua Filter Test: Normal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Dieser Text ist in der ganz normalen Standardgröße. Wir verwenden keine speziellen Klassen.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Lua Filter Test: Smaller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Diese Folie hat das Suffix </a:t>
            </a:r>
            <a:r>
              <a:rPr>
                <a:latin typeface="Courier"/>
              </a:rPr>
              <a:t>{.smaller}</a:t>
            </a:r>
            <a:r>
              <a:t> in der Überschrift. Der Lua-Filter sollte dies erkennen und das Layout auf die </a:t>
            </a:r>
            <a:r>
              <a:rPr>
                <a:latin typeface="Courier"/>
              </a:rPr>
              <a:t>-6pt</a:t>
            </a:r>
            <a:r>
              <a:t> Variante verkleinern.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Lua Filter Test: Smallest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Diese Folie nutzt die </a:t>
            </a:r>
            <a:r>
              <a:rPr>
                <a:latin typeface="Courier"/>
              </a:rPr>
              <a:t>{.smallest}</a:t>
            </a:r>
            <a:r>
              <a:t> Klasse. Sie sollte automatisch das </a:t>
            </a:r>
            <a:r>
              <a:rPr>
                <a:latin typeface="Courier"/>
              </a:rPr>
              <a:t>-12pt</a:t>
            </a:r>
            <a:r>
              <a:t> Layout erhalten! Das ist extrem simpel in der Anwendung.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540</Words>
  <Application>Microsoft Office PowerPoint</Application>
  <PresentationFormat>On-screen Show (16:9)</PresentationFormat>
  <Paragraphs>99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Courier</vt:lpstr>
      <vt:lpstr>Arial</vt:lpstr>
      <vt:lpstr>Calibri</vt:lpstr>
      <vt:lpstr>Office Theme</vt:lpstr>
      <vt:lpstr>Pandoc Layouts Test</vt:lpstr>
      <vt:lpstr>Section Header Layout</vt:lpstr>
      <vt:lpstr>PowerPoint Presentation</vt:lpstr>
      <vt:lpstr>Title and Content Layout</vt:lpstr>
      <vt:lpstr>Two Content Layout</vt:lpstr>
      <vt:lpstr>PowerPoint Presentation</vt:lpstr>
      <vt:lpstr>Comparison Layout</vt:lpstr>
      <vt:lpstr>PowerPoint Presentation</vt:lpstr>
      <vt:lpstr>Content with Caption Layout</vt:lpstr>
      <vt:lpstr>PowerPoint Presentation</vt:lpstr>
      <vt:lpstr>PowerPoint Presentation</vt:lpstr>
      <vt:lpstr>Section Header mit minimalem Text</vt:lpstr>
      <vt:lpstr>PowerPoint Presentation</vt:lpstr>
      <vt:lpstr>Section Header ohne Text</vt:lpstr>
      <vt:lpstr>Minimal Two Content (mit kurzem Satz oben)</vt:lpstr>
      <vt:lpstr>PowerPoint Presentation</vt:lpstr>
      <vt:lpstr>Minimal Two Content (ohne Satz oben)</vt:lpstr>
      <vt:lpstr>Minimal Comparison (mit kurzem Satz oben)</vt:lpstr>
      <vt:lpstr>PowerPoint Presentation</vt:lpstr>
      <vt:lpstr>Minimal Comparison (ohne Satz oben)</vt:lpstr>
      <vt:lpstr>Script Test: Section Header Small</vt:lpstr>
      <vt:lpstr>Script Test: Title and Content Normal</vt:lpstr>
      <vt:lpstr>Script Test: Title and Content Small</vt:lpstr>
      <vt:lpstr>Script Test: Two Content Normal</vt:lpstr>
      <vt:lpstr>Script Test: Two Content Small</vt:lpstr>
      <vt:lpstr>Lua Filter Test: Normal Size</vt:lpstr>
      <vt:lpstr>Lua Filter Test: Smaller</vt:lpstr>
      <vt:lpstr>Lua Filter Test: Smallest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Pandoc Layouts Test</dc:title>
  <dc:creator>Antigravity &amp; David</dc:creator>
  <cp:keywords/>
  <cp:lastModifiedBy>David Christoph Albert Rieger</cp:lastModifiedBy>
  <cp:revision>1</cp:revision>
  <dcterms:created xsi:type="dcterms:W3CDTF">2026-06-17T14:32:18Z</dcterms:created>
  <dcterms:modified xsi:type="dcterms:W3CDTF">2026-06-17T14:32:22Z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June 17, 2026</vt:lpwstr>
  </property>
  <property fmtid="{D5CDD505-2E9C-101B-9397-08002B2CF9AE}" pid="6" name="date-format">
    <vt:lpwstr>long</vt:lpwstr>
  </property>
  <property fmtid="{D5CDD505-2E9C-101B-9397-08002B2CF9AE}" pid="7" name="engines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subtitle">
    <vt:lpwstr>Testing all 7 PowerPoint Slide Layouts</vt:lpwstr>
  </property>
  <property fmtid="{D5CDD505-2E9C-101B-9397-08002B2CF9AE}" pid="13" name="toc-title">
    <vt:lpwstr>Table of contents</vt:lpwstr>
  </property>
</Properties>
</file>