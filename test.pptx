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7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1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7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2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41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01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49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41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51" r:id="rId4"/>
    <p:sldLayoutId id="2147483666" r:id="rId5"/>
    <p:sldLayoutId id="2147483667" r:id="rId6"/>
    <p:sldLayoutId id="2147483652" r:id="rId7"/>
    <p:sldLayoutId id="2147483668" r:id="rId8"/>
    <p:sldLayoutId id="2147483669" r:id="rId9"/>
    <p:sldLayoutId id="2147483653" r:id="rId10"/>
    <p:sldLayoutId id="2147483670" r:id="rId11"/>
    <p:sldLayoutId id="2147483671" r:id="rId12"/>
    <p:sldLayoutId id="2147483656" r:id="rId13"/>
    <p:sldLayoutId id="2147483672" r:id="rId14"/>
    <p:sldLayoutId id="2147483673" r:id="rId15"/>
    <p:sldLayoutId id="2147483655" r:id="rId16"/>
    <p:sldLayoutId id="2147483674" r:id="rId17"/>
    <p:sldLayoutId id="2147483675" r:id="rId18"/>
    <p:sldLayoutId id="2147483650" r:id="rId19"/>
    <p:sldLayoutId id="2147483676" r:id="rId20"/>
    <p:sldLayoutId id="2147483677" r:id="rId2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Christoph Albert Rieger</cp:lastModifiedBy>
  <cp:revision>10</cp:revision>
  <dcterms:created xsi:type="dcterms:W3CDTF">2017-06-05T14:10:58Z</dcterms:created>
  <dcterms:modified xsi:type="dcterms:W3CDTF">2026-06-17T14:35:48Z</dcterms:modified>
</cp:coreProperties>
</file>