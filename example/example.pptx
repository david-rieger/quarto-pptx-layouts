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05"/>
          <a:sy d="100" n="105"/>
        </p:scale>
        <p:origin x="730" y="77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notesMaster" Target="notesMasters/notesMaster1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4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02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03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71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5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5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>
            <a:normAutofit/>
          </a:bodyPr>
          <a:lstStyle>
            <a:lvl1pPr algn="l">
              <a:defRPr sz="11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62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7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41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416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2959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1" r:id="rId2"/>
    <p:sldLayoutId id="2147483666" r:id="rId3"/>
    <p:sldLayoutId id="2147483667" r:id="rId4"/>
    <p:sldLayoutId id="2147483652" r:id="rId5"/>
    <p:sldLayoutId id="2147483668" r:id="rId6"/>
    <p:sldLayoutId id="2147483669" r:id="rId7"/>
    <p:sldLayoutId id="2147483653" r:id="rId8"/>
    <p:sldLayoutId id="2147483670" r:id="rId9"/>
    <p:sldLayoutId id="2147483671" r:id="rId10"/>
    <p:sldLayoutId id="2147483656" r:id="rId11"/>
    <p:sldLayoutId id="2147483672" r:id="rId12"/>
    <p:sldLayoutId id="2147483673" r:id="rId13"/>
    <p:sldLayoutId id="2147483655" r:id="rId14"/>
    <p:sldLayoutId id="2147483650" r:id="rId15"/>
    <p:sldLayoutId id="2147483676" r:id="rId16"/>
    <p:sldLayoutId id="2147483677" r:id="rId17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.xml" /></Relationships>
</file>

<file path=ppt/slides/_rels/slide4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6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3.xml" /></Relationships>
</file>

<file path=ppt/slides/_rels/slide7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7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notesSlide" Target="../notesSlides/notesSlide5.xml" /></Relationships>
</file>

<file path=ppt/slides/_rels/slide10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2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9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1.png" /></Relationships>
</file>

<file path=ppt/slides/_rels/slide13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0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.png" /></Relationships>
</file>

<file path=ppt/slides/_rels/slide15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1.png" /></Relationships>
</file>

<file path=ppt/slides/_rels/slide16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Quarto PPTX Layouts: Extension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Showcasing dynamic layout sizing with .smaller and .smallest</a:t>
            </a:r>
            <a:br/>
            <a:br/>
            <a:r>
              <a:rPr/>
              <a:t>David Rieger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Section Header (Normal)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Section Header Smaller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Section Header Smallest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Title and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standard slide (</a:t>
            </a:r>
            <a:r>
              <a:rPr>
                <a:latin typeface="Courier"/>
              </a:rPr>
              <a:t>##</a:t>
            </a:r>
            <a:r>
              <a:rPr/>
              <a:t>), triggering the </a:t>
            </a:r>
            <a:r>
              <a:rPr b="1"/>
              <a:t>Title and Content</a:t>
            </a:r>
            <a:r>
              <a:rPr/>
              <a:t> layout. Everything is at normal size.</a:t>
            </a:r>
          </a:p>
          <a:p>
            <a:pPr lvl="0"/>
            <a:r>
              <a:rPr/>
              <a:t>Point A</a:t>
            </a:r>
          </a:p>
          <a:p>
            <a:pPr lvl="0"/>
            <a:r>
              <a:rPr/>
              <a:t>Point B</a:t>
            </a:r>
          </a:p>
          <a:p>
            <a:pPr lvl="0"/>
            <a:r>
              <a:rPr/>
              <a:t>Point 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Title and Content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>
                <a:latin typeface="Courier"/>
              </a:rPr>
              <a:t>.smaller</a:t>
            </a:r>
            <a:r>
              <a:rPr/>
              <a:t> variant.</a:t>
            </a:r>
          </a:p>
          <a:p>
            <a:pPr lvl="0"/>
            <a:r>
              <a:rPr/>
              <a:t>Point A</a:t>
            </a:r>
          </a:p>
          <a:p>
            <a:pPr lvl="0"/>
            <a:r>
              <a:rPr/>
              <a:t>Point B</a:t>
            </a:r>
          </a:p>
          <a:p>
            <a:pPr lvl="0"/>
            <a:r>
              <a:rPr/>
              <a:t>Point 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Title and Content Smallest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>
                <a:latin typeface="Courier"/>
              </a:rPr>
              <a:t>.smallest</a:t>
            </a:r>
            <a:r>
              <a:rPr/>
              <a:t> variant.</a:t>
            </a:r>
          </a:p>
          <a:p>
            <a:pPr lvl="0"/>
            <a:r>
              <a:rPr/>
              <a:t>Point A</a:t>
            </a:r>
          </a:p>
          <a:p>
            <a:pPr lvl="0"/>
            <a:r>
              <a:rPr/>
              <a:t>Point B</a:t>
            </a:r>
          </a:p>
          <a:p>
            <a:pPr lvl="0"/>
            <a:r>
              <a:rPr/>
              <a:t>Point 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Two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lvl="0" indent="0" marL="0">
              <a:buNone/>
            </a:pPr>
            <a:r>
              <a:rPr/>
              <a:t>Normal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lvl="0" indent="0" marL="0">
              <a:buNone/>
            </a:pPr>
            <a:r>
              <a:rPr/>
              <a:t>Normal text on the right.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Two Content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lvl="0" indent="0" marL="0">
              <a:buNone/>
            </a:pPr>
            <a:r>
              <a:rPr/>
              <a:t>Smaller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lvl="0" indent="0" marL="0">
              <a:buNone/>
            </a:pPr>
            <a:r>
              <a:rPr/>
              <a:t>Smaller text on the right.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Two Content Smallest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lvl="0" indent="0" marL="0">
              <a:buNone/>
            </a:pPr>
            <a:r>
              <a:rPr/>
              <a:t>Smallest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lvl="0" indent="0" marL="0">
              <a:buNone/>
            </a:pPr>
            <a:r>
              <a:rPr/>
              <a:t>Smallest text on the right.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Comparison (Normal)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 text left.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 text right.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Comparison Smaller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Smaller text left.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Smaller text right.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Comparison Smallest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Smallest text left.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Smallest text right.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Content with Caption (Normal)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slide triggers </a:t>
            </a:r>
            <a:r>
              <a:rPr b="1"/>
              <a:t>Content with Caption</a:t>
            </a:r>
            <a:r>
              <a:rPr/>
              <a:t> (single column, text + image).</a:t>
            </a:r>
          </a:p>
          <a:p>
            <a:pPr lvl="0" indent="0" marL="0">
              <a:buNone/>
            </a:pPr>
            <a:r>
              <a:rPr/>
              <a:t>Normal caption text.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Content with Caption Smaller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Smaller caption text.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Content with Caption Smallest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Smallest caption text.</a:t>
            </a:r>
          </a:p>
        </p:txBody>
      </p:sp>
      <p:pic>
        <p:nvPicPr>
          <p:cNvPr descr="test_im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Quarto PPTX Layouts: Extension Example</dc:title>
  <dc:creator>David Rieger</dc:creator>
  <cp:keywords/>
  <dcterms:created xsi:type="dcterms:W3CDTF">2026-06-30T10:23:07Z</dcterms:created>
  <dcterms:modified xsi:type="dcterms:W3CDTF">2026-06-30T10:23:07Z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Showcasing dynamic layout sizing with .smaller and .smallest</vt:lpwstr>
  </property>
  <property fmtid="{D5CDD505-2E9C-101B-9397-08002B2CF9AE}" pid="12" name="toc-title">
    <vt:lpwstr>Table of contents</vt:lpwstr>
  </property>
</Properties>
</file>