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5" d="100"/>
          <a:sy n="105" d="100"/>
        </p:scale>
        <p:origin x="730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90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115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718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700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483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627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7981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23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625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2832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1359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3576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1667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5196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63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Blank layout triggers when there is no visible content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Blank layout (smaller).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/>
              <a:t>Blank layout (smallest).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73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218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4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002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03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71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0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57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585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627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8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8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41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901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497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416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29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5" r:id="rId3"/>
    <p:sldLayoutId id="2147483651" r:id="rId4"/>
    <p:sldLayoutId id="2147483666" r:id="rId5"/>
    <p:sldLayoutId id="2147483667" r:id="rId6"/>
    <p:sldLayoutId id="2147483652" r:id="rId7"/>
    <p:sldLayoutId id="2147483668" r:id="rId8"/>
    <p:sldLayoutId id="2147483669" r:id="rId9"/>
    <p:sldLayoutId id="2147483653" r:id="rId10"/>
    <p:sldLayoutId id="2147483670" r:id="rId11"/>
    <p:sldLayoutId id="2147483671" r:id="rId12"/>
    <p:sldLayoutId id="2147483656" r:id="rId13"/>
    <p:sldLayoutId id="2147483672" r:id="rId14"/>
    <p:sldLayoutId id="2147483673" r:id="rId15"/>
    <p:sldLayoutId id="2147483655" r:id="rId16"/>
    <p:sldLayoutId id="2147483674" r:id="rId17"/>
    <p:sldLayoutId id="2147483675" r:id="rId18"/>
    <p:sldLayoutId id="2147483650" r:id="rId19"/>
    <p:sldLayoutId id="2147483676" r:id="rId20"/>
    <p:sldLayoutId id="2147483677" r:id="rId2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Quarto PPTX Layouts: Extension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t>Showcasing dynamic layout sizing with .smaller and .smallest</a:t>
            </a:r>
            <a:br/>
            <a:br/>
            <a:r>
              <a:t>David Rieger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2026-06-17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1. Section Header (Normal)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a Level 1 header (</a:t>
            </a:r>
            <a:r>
              <a:rPr>
                <a:latin typeface="Courier"/>
              </a:rPr>
              <a:t>#</a:t>
            </a:r>
            <a:r>
              <a:t>), triggering the </a:t>
            </a:r>
            <a:r>
              <a:rPr b="1"/>
              <a:t>Section Header</a:t>
            </a:r>
            <a:r>
              <a:t> layout.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Section Header Smaller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F9FD8-BC41-95F2-C5EC-39FF0723B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same layout, but smallest font sizes.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Section Header Smallest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6A63A-B08F-7B42-7F98-30CEC2CA9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same layout, but with the smallerest font sizes.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Title and Content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a standard slide (</a:t>
            </a:r>
            <a:r>
              <a:rPr>
                <a:latin typeface="Courier"/>
              </a:rPr>
              <a:t>##</a:t>
            </a:r>
            <a:r>
              <a:t>), triggering the </a:t>
            </a:r>
            <a:r>
              <a:rPr b="1"/>
              <a:t>Title and Content</a:t>
            </a:r>
            <a:r>
              <a:t> layout. Everything is at normal size.</a:t>
            </a:r>
          </a:p>
          <a:p>
            <a:pPr lvl="0"/>
            <a:r>
              <a:t>Point A</a:t>
            </a:r>
          </a:p>
          <a:p>
            <a:pPr lvl="0"/>
            <a:r>
              <a:t>Point B</a:t>
            </a:r>
          </a:p>
          <a:p>
            <a:pPr lvl="0"/>
            <a:r>
              <a:t>Point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Title and Content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</a:t>
            </a:r>
            <a:r>
              <a:rPr>
                <a:latin typeface="Courier"/>
              </a:rPr>
              <a:t>.smaller</a:t>
            </a:r>
            <a:r>
              <a:t> variant.</a:t>
            </a:r>
          </a:p>
          <a:p>
            <a:pPr lvl="0"/>
            <a:r>
              <a:t>Point A</a:t>
            </a:r>
          </a:p>
          <a:p>
            <a:pPr lvl="0"/>
            <a:r>
              <a:t>Point B</a:t>
            </a:r>
          </a:p>
          <a:p>
            <a:pPr lvl="0"/>
            <a:r>
              <a:t>Point 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Title and Content Smallest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</a:t>
            </a:r>
            <a:r>
              <a:rPr>
                <a:latin typeface="Courier"/>
              </a:rPr>
              <a:t>.smallest</a:t>
            </a:r>
            <a:r>
              <a:t> variant.</a:t>
            </a:r>
          </a:p>
          <a:p>
            <a:pPr lvl="0"/>
            <a:r>
              <a:t>Point A</a:t>
            </a:r>
          </a:p>
          <a:p>
            <a:pPr lvl="0"/>
            <a:r>
              <a:t>Point B</a:t>
            </a:r>
          </a:p>
          <a:p>
            <a:pPr lvl="0"/>
            <a:r>
              <a:t>Point 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Two Content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slide triggers the </a:t>
            </a:r>
            <a:r>
              <a:rPr b="1"/>
              <a:t>Two Content</a:t>
            </a:r>
            <a:r>
              <a:t> layout.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marL="0" lvl="0" indent="0">
              <a:buNone/>
            </a:pPr>
            <a:r>
              <a:t>Normal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marL="0" lvl="0" indent="0">
              <a:buNone/>
            </a:pPr>
            <a:r>
              <a:t>Normal text on the right.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Two Content Smaller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F314A-C3C9-6D37-036A-EACA55198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marL="0" lvl="0" indent="0">
              <a:buNone/>
            </a:pPr>
            <a:r>
              <a:t>Smaller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marL="0" lvl="0" indent="0">
              <a:buNone/>
            </a:pPr>
            <a:r>
              <a:t>Smaller text on the right.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Two Content Smallest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9CB26-9863-B5B5-5B5B-C1F6C12EF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marL="0" lvl="0" indent="0">
              <a:buNone/>
            </a:pPr>
            <a:r>
              <a:t>Smallest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marL="0" lvl="0" indent="0">
              <a:buNone/>
            </a:pPr>
            <a:r>
              <a:t>Smallest text on the right.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Comparison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slide triggers the </a:t>
            </a:r>
            <a:r>
              <a:rPr b="1"/>
              <a:t>Comparison</a:t>
            </a:r>
            <a:r>
              <a:t> layout because it contains an image.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text left.</a:t>
            </a:r>
          </a:p>
        </p:txBody>
      </p:sp>
      <p:pic>
        <p:nvPicPr>
          <p:cNvPr id="2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text right.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Comparison Smaller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D11A1-C13C-16CD-F6BC-D9D904530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Smaller text left.</a:t>
            </a:r>
          </a:p>
        </p:txBody>
      </p:sp>
      <p:pic>
        <p:nvPicPr>
          <p:cNvPr id="2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Smaller text right.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Comparison Smallest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2FCDC-F394-CAB1-6600-4631D3681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Smallest text left.</a:t>
            </a:r>
          </a:p>
        </p:txBody>
      </p:sp>
      <p:pic>
        <p:nvPicPr>
          <p:cNvPr id="2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Smallest text right.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5. Content with Caption (Normal)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slide triggers </a:t>
            </a:r>
            <a:r>
              <a:rPr b="1"/>
              <a:t>Content with Caption</a:t>
            </a:r>
            <a:r>
              <a:t> (single column, text + image).</a:t>
            </a:r>
          </a:p>
          <a:p>
            <a:pPr marL="0" lvl="0" indent="0">
              <a:buNone/>
            </a:pPr>
            <a:r>
              <a:t>Normal caption text.</a:t>
            </a:r>
          </a:p>
        </p:txBody>
      </p:sp>
      <p:pic>
        <p:nvPicPr>
          <p:cNvPr id="3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Content with Caption Smaller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CC043B8-720D-0E84-678D-ADEF3AF2C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Smaller caption text.</a:t>
            </a:r>
          </a:p>
        </p:txBody>
      </p:sp>
      <p:pic>
        <p:nvPicPr>
          <p:cNvPr id="3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Content with Caption Smallest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FA0CAE-2AE2-FCC5-7216-4C5CCC4CA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Smallest caption text.</a:t>
            </a:r>
          </a:p>
        </p:txBody>
      </p:sp>
      <p:pic>
        <p:nvPicPr>
          <p:cNvPr id="3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Blank (Normal)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Blank Smaller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79818-3B72-5391-91CD-A304AB762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Blank Smallest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6B3B7-9AB7-A145-4007-E9165309FB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380</Words>
  <Application>Microsoft Office PowerPoint</Application>
  <PresentationFormat>On-screen Show (16:9)</PresentationFormat>
  <Paragraphs>91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Courier</vt:lpstr>
      <vt:lpstr>Arial</vt:lpstr>
      <vt:lpstr>Calibri</vt:lpstr>
      <vt:lpstr>Office Theme</vt:lpstr>
      <vt:lpstr>Quarto PPTX Layouts: Extension Example</vt:lpstr>
      <vt:lpstr>1. Section Header (Normal)</vt:lpstr>
      <vt:lpstr>PowerPoint Presentation</vt:lpstr>
      <vt:lpstr>1. Section Header Smaller</vt:lpstr>
      <vt:lpstr>PowerPoint Presentation</vt:lpstr>
      <vt:lpstr>1. Section Header Smallest</vt:lpstr>
      <vt:lpstr>PowerPoint Presentation</vt:lpstr>
      <vt:lpstr>2. Title and Content (Normal)</vt:lpstr>
      <vt:lpstr>2. Title and Content Smaller</vt:lpstr>
      <vt:lpstr>2. Title and Content Smallest</vt:lpstr>
      <vt:lpstr>3. Two Content (Normal)</vt:lpstr>
      <vt:lpstr>PowerPoint Presentation</vt:lpstr>
      <vt:lpstr>3. Two Content Smaller</vt:lpstr>
      <vt:lpstr>PowerPoint Presentation</vt:lpstr>
      <vt:lpstr>3. Two Content Smallest</vt:lpstr>
      <vt:lpstr>PowerPoint Presentation</vt:lpstr>
      <vt:lpstr>4. Comparison (Normal)</vt:lpstr>
      <vt:lpstr>PowerPoint Presentation</vt:lpstr>
      <vt:lpstr>4. Comparison Smaller</vt:lpstr>
      <vt:lpstr>PowerPoint Presentation</vt:lpstr>
      <vt:lpstr>4. Comparison Smallest</vt:lpstr>
      <vt:lpstr>PowerPoint Presentation</vt:lpstr>
      <vt:lpstr>5. Content with Caption (Normal)</vt:lpstr>
      <vt:lpstr>5. Content with Caption Smaller</vt:lpstr>
      <vt:lpstr>5. Content with Caption Smallest</vt:lpstr>
      <vt:lpstr>6. Blank (Normal)</vt:lpstr>
      <vt:lpstr>6. Blank Smaller</vt:lpstr>
      <vt:lpstr>6. Blank Smallest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Quarto PPTX Layouts: Extension Example</dc:title>
  <dc:creator>David Rieger</dc:creator>
  <cp:keywords/>
  <cp:lastModifiedBy>David Christoph Albert Rieger</cp:lastModifiedBy>
  <cp:revision>1</cp:revision>
  <dcterms:created xsi:type="dcterms:W3CDTF">2026-06-17T15:05:40Z</dcterms:created>
  <dcterms:modified xsi:type="dcterms:W3CDTF">2026-06-17T15:05:45Z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2026-06-17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Showcasing dynamic layout sizing with .smaller and .smallest</vt:lpwstr>
  </property>
  <property fmtid="{D5CDD505-2E9C-101B-9397-08002B2CF9AE}" pid="12" name="toc-title">
    <vt:lpwstr>Table of contents</vt:lpwstr>
  </property>
</Properties>
</file>