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5" d="100"/>
          <a:sy n="105" d="100"/>
        </p:scale>
        <p:origin x="730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45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74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68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97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85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85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0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7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>
            <a:normAutofit/>
          </a:bodyPr>
          <a:lstStyle>
            <a:lvl1pPr algn="l">
              <a:defRPr sz="11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62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41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41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2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6" r:id="rId3"/>
    <p:sldLayoutId id="2147483667" r:id="rId4"/>
    <p:sldLayoutId id="2147483652" r:id="rId5"/>
    <p:sldLayoutId id="2147483668" r:id="rId6"/>
    <p:sldLayoutId id="2147483669" r:id="rId7"/>
    <p:sldLayoutId id="2147483653" r:id="rId8"/>
    <p:sldLayoutId id="2147483670" r:id="rId9"/>
    <p:sldLayoutId id="2147483671" r:id="rId10"/>
    <p:sldLayoutId id="2147483656" r:id="rId11"/>
    <p:sldLayoutId id="2147483672" r:id="rId12"/>
    <p:sldLayoutId id="2147483673" r:id="rId13"/>
    <p:sldLayoutId id="2147483655" r:id="rId14"/>
    <p:sldLayoutId id="2147483650" r:id="rId15"/>
    <p:sldLayoutId id="2147483676" r:id="rId16"/>
    <p:sldLayoutId id="2147483677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Quarto PPTX Layouts: Extension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Showcasing dynamic layout sizing with .smaller and .smallest</a:t>
            </a:r>
            <a:br/>
            <a:br/>
            <a:r>
              <a:t>David Rieger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1. Section Header (Normal)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Section Header Smaller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Section Header Smallest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Title and Content (Normal)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 standard slide (</a:t>
            </a:r>
            <a:r>
              <a:rPr>
                <a:latin typeface="Courier"/>
              </a:rPr>
              <a:t>##</a:t>
            </a:r>
            <a:r>
              <a:t>), triggering the </a:t>
            </a:r>
            <a:r>
              <a:rPr b="1"/>
              <a:t>Title and Content</a:t>
            </a:r>
            <a:r>
              <a:t> layout. Everything is at normal size.</a:t>
            </a:r>
          </a:p>
          <a:p>
            <a:pPr lvl="0"/>
            <a:r>
              <a:t>Point A</a:t>
            </a:r>
          </a:p>
          <a:p>
            <a:pPr lvl="0"/>
            <a:r>
              <a:t>Point B</a:t>
            </a:r>
          </a:p>
          <a:p>
            <a:pPr lvl="0"/>
            <a:r>
              <a:t>Point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Title and Content Smaller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the </a:t>
            </a:r>
            <a:r>
              <a:rPr>
                <a:latin typeface="Courier"/>
              </a:rPr>
              <a:t>.smaller</a:t>
            </a:r>
            <a:r>
              <a:t> variant.</a:t>
            </a:r>
          </a:p>
          <a:p>
            <a:pPr lvl="0"/>
            <a:r>
              <a:t>Point A</a:t>
            </a:r>
          </a:p>
          <a:p>
            <a:pPr lvl="0"/>
            <a:r>
              <a:t>Point B</a:t>
            </a:r>
          </a:p>
          <a:p>
            <a:pPr lvl="0"/>
            <a:r>
              <a:t>Point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Title and Content Smallest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the </a:t>
            </a:r>
            <a:r>
              <a:rPr>
                <a:latin typeface="Courier"/>
              </a:rPr>
              <a:t>.smallest</a:t>
            </a:r>
            <a:r>
              <a:t> variant.</a:t>
            </a:r>
          </a:p>
          <a:p>
            <a:pPr lvl="0"/>
            <a:r>
              <a:t>Point A</a:t>
            </a:r>
          </a:p>
          <a:p>
            <a:pPr lvl="0"/>
            <a:r>
              <a:t>Point B</a:t>
            </a:r>
          </a:p>
          <a:p>
            <a:pPr lvl="0"/>
            <a:r>
              <a:t>Point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Two Content (Normal)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Left Column</a:t>
            </a:r>
          </a:p>
          <a:p>
            <a:pPr marL="0" lvl="0" indent="0">
              <a:buNone/>
            </a:pPr>
            <a:r>
              <a:t>Normal text on the left.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Right Column</a:t>
            </a:r>
          </a:p>
          <a:p>
            <a:pPr marL="0" lvl="0" indent="0">
              <a:buNone/>
            </a:pPr>
            <a:r>
              <a:t>Normal text on the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Two Content Smaller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Left Column</a:t>
            </a:r>
          </a:p>
          <a:p>
            <a:pPr marL="0" lvl="0" indent="0">
              <a:buNone/>
            </a:pPr>
            <a:r>
              <a:t>Smaller text on the left.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Right Column</a:t>
            </a:r>
          </a:p>
          <a:p>
            <a:pPr marL="0" lvl="0" indent="0">
              <a:buNone/>
            </a:pPr>
            <a:r>
              <a:t>Smaller text on the 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Two Content Smallest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Left Column</a:t>
            </a:r>
          </a:p>
          <a:p>
            <a:pPr marL="0" lvl="0" indent="0">
              <a:buNone/>
            </a:pPr>
            <a:r>
              <a:t>Smallest text on the left.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Right Column</a:t>
            </a:r>
          </a:p>
          <a:p>
            <a:pPr marL="0" lvl="0" indent="0">
              <a:buNone/>
            </a:pPr>
            <a:r>
              <a:t>Smallest text on the 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Comparison (Normal)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text left.</a:t>
            </a:r>
          </a:p>
        </p:txBody>
      </p:sp>
      <p:pic>
        <p:nvPicPr>
          <p:cNvPr id="4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text 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Comparison Smaller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Smaller text left.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Smaller text right.</a:t>
            </a:r>
          </a:p>
        </p:txBody>
      </p:sp>
      <p:pic>
        <p:nvPicPr>
          <p:cNvPr id="4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Comparison Smallest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Smallest text left.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Smallest text right.</a:t>
            </a:r>
          </a:p>
        </p:txBody>
      </p:sp>
      <p:pic>
        <p:nvPicPr>
          <p:cNvPr id="4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5. Content with Caption (Normal)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triggers </a:t>
            </a:r>
            <a:r>
              <a:rPr b="1"/>
              <a:t>Content with Caption</a:t>
            </a:r>
            <a:r>
              <a:t> (single column, text + image).</a:t>
            </a:r>
          </a:p>
          <a:p>
            <a:pPr marL="0" lvl="0" indent="0">
              <a:buNone/>
            </a:pPr>
            <a:r>
              <a:t>Normal caption text.</a:t>
            </a:r>
          </a:p>
        </p:txBody>
      </p:sp>
      <p:pic>
        <p:nvPicPr>
          <p:cNvPr id="3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Content with Caption Smaller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Smaller caption text.</a:t>
            </a:r>
          </a:p>
        </p:txBody>
      </p:sp>
      <p:pic>
        <p:nvPicPr>
          <p:cNvPr id="3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Content with Caption Smallest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Smallest caption text.</a:t>
            </a:r>
          </a:p>
        </p:txBody>
      </p:sp>
      <p:pic>
        <p:nvPicPr>
          <p:cNvPr id="3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On-screen Show (16:9)</PresentationFormat>
  <Paragraphs>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Courier</vt:lpstr>
      <vt:lpstr>Arial</vt:lpstr>
      <vt:lpstr>Calibri</vt:lpstr>
      <vt:lpstr>Office Theme</vt:lpstr>
      <vt:lpstr>Quarto PPTX Layouts: Extension Example</vt:lpstr>
      <vt:lpstr>1. Section Header (Normal)</vt:lpstr>
      <vt:lpstr>1. Section Header Smaller</vt:lpstr>
      <vt:lpstr>1. Section Header Smallest</vt:lpstr>
      <vt:lpstr>2. Title and Content (Normal)</vt:lpstr>
      <vt:lpstr>2. Title and Content Smaller</vt:lpstr>
      <vt:lpstr>2. Title and Content Smallest</vt:lpstr>
      <vt:lpstr>3. Two Content (Normal)</vt:lpstr>
      <vt:lpstr>3. Two Content Smaller</vt:lpstr>
      <vt:lpstr>3. Two Content Smallest</vt:lpstr>
      <vt:lpstr>4. Comparison (Normal)</vt:lpstr>
      <vt:lpstr>4. Comparison Smaller</vt:lpstr>
      <vt:lpstr>4. Comparison Smallest</vt:lpstr>
      <vt:lpstr>5. Content with Caption (Normal)</vt:lpstr>
      <vt:lpstr>5. Content with Caption Smaller</vt:lpstr>
      <vt:lpstr>5. Content with Caption Smallest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Quarto PPTX Layouts: Extension Example</dc:title>
  <dc:creator>David Rieger</dc:creator>
  <cp:keywords/>
  <cp:lastModifiedBy>David Christoph Albert Rieger</cp:lastModifiedBy>
  <cp:revision>1</cp:revision>
  <dcterms:created xsi:type="dcterms:W3CDTF">2026-06-17T16:09:07Z</dcterms:created>
  <dcterms:modified xsi:type="dcterms:W3CDTF">2026-06-17T16:09:12Z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2026-06-17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Showcasing dynamic layout sizing with .smaller and .smallest</vt:lpwstr>
  </property>
  <property fmtid="{D5CDD505-2E9C-101B-9397-08002B2CF9AE}" pid="12" name="toc-title">
    <vt:lpwstr>Table of contents</vt:lpwstr>
  </property>
</Properties>
</file>