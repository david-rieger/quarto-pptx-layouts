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5" d="100"/>
          <a:sy n="105" d="100"/>
        </p:scale>
        <p:origin x="730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73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218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02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1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03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87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9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9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70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200"/>
            </a:lvl1pPr>
            <a:lvl2pPr>
              <a:defRPr sz="9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200"/>
            </a:lvl1pPr>
            <a:lvl2pPr>
              <a:defRPr sz="9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5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58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900"/>
            </a:lvl4pPr>
            <a:lvl5pPr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8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62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200"/>
            </a:lvl1pPr>
            <a:lvl2pPr>
              <a:defRPr sz="9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8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41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9014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497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416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/>
            </a:lvl1pPr>
            <a:lvl2pPr>
              <a:defRPr sz="9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29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51" r:id="rId4"/>
    <p:sldLayoutId id="2147483666" r:id="rId5"/>
    <p:sldLayoutId id="2147483667" r:id="rId6"/>
    <p:sldLayoutId id="2147483652" r:id="rId7"/>
    <p:sldLayoutId id="2147483668" r:id="rId8"/>
    <p:sldLayoutId id="2147483669" r:id="rId9"/>
    <p:sldLayoutId id="2147483653" r:id="rId10"/>
    <p:sldLayoutId id="2147483670" r:id="rId11"/>
    <p:sldLayoutId id="2147483671" r:id="rId12"/>
    <p:sldLayoutId id="2147483656" r:id="rId13"/>
    <p:sldLayoutId id="2147483672" r:id="rId14"/>
    <p:sldLayoutId id="2147483673" r:id="rId15"/>
    <p:sldLayoutId id="2147483655" r:id="rId16"/>
    <p:sldLayoutId id="2147483674" r:id="rId17"/>
    <p:sldLayoutId id="2147483675" r:id="rId18"/>
    <p:sldLayoutId id="2147483650" r:id="rId19"/>
    <p:sldLayoutId id="2147483676" r:id="rId20"/>
    <p:sldLayoutId id="2147483677" r:id="rId2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Christoph Albert Rieger</cp:lastModifiedBy>
  <cp:revision>12</cp:revision>
  <dcterms:created xsi:type="dcterms:W3CDTF">2017-06-05T14:10:58Z</dcterms:created>
  <dcterms:modified xsi:type="dcterms:W3CDTF">2026-06-17T14:55:21Z</dcterms:modified>
</cp:coreProperties>
</file>